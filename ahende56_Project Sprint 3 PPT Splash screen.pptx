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BADE"/>
    <a:srgbClr val="D1BBF5"/>
    <a:srgbClr val="54CBDD"/>
    <a:srgbClr val="27BBDE"/>
    <a:srgbClr val="89F140"/>
    <a:srgbClr val="F1EF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9FF1EB-7278-6817-CE68-E60385B222CC}" v="459" dt="2025-12-02T02:00:31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B7DBD8-752F-AC73-0E1E-C10E891493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48" t="468" r="2498" b="-547"/>
          <a:stretch>
            <a:fillRect/>
          </a:stretch>
        </p:blipFill>
        <p:spPr>
          <a:xfrm>
            <a:off x="4342468" y="11"/>
            <a:ext cx="5141510" cy="6892836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CB505E-5DE6-5A05-23C0-9043631BDB62}"/>
              </a:ext>
            </a:extLst>
          </p:cNvPr>
          <p:cNvSpPr txBox="1"/>
          <p:nvPr/>
        </p:nvSpPr>
        <p:spPr>
          <a:xfrm>
            <a:off x="128487" y="2069177"/>
            <a:ext cx="3881382" cy="47884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dirty="0"/>
              <a:t>​</a:t>
            </a:r>
          </a:p>
          <a:p>
            <a:pPr algn="l" rtl="0">
              <a:lnSpc>
                <a:spcPts val="1725"/>
              </a:lnSpc>
            </a:pPr>
            <a:br>
              <a:rPr lang="en-US" dirty="0"/>
            </a:br>
            <a:r>
              <a:rPr lang="en-US" dirty="0"/>
              <a:t>​</a:t>
            </a:r>
            <a:br>
              <a:rPr lang="en-US" dirty="0"/>
            </a:br>
            <a:r>
              <a:rPr lang="en-US" b="1" dirty="0"/>
              <a:t>About the Project:​</a:t>
            </a:r>
            <a:br>
              <a:rPr lang="en-US" dirty="0"/>
            </a:br>
            <a:r>
              <a:rPr lang="en-US" dirty="0"/>
              <a:t>A simple Python app designed to help users stay consistent with positive habits and motivation through daily affirmations.​</a:t>
            </a:r>
            <a:br>
              <a:rPr lang="en-US" dirty="0"/>
            </a:br>
            <a:r>
              <a:rPr lang="en-US" dirty="0"/>
              <a:t>​</a:t>
            </a:r>
            <a:br>
              <a:rPr lang="en-US" dirty="0"/>
            </a:br>
            <a:r>
              <a:rPr lang="en-US" b="1" dirty="0"/>
              <a:t>Current Progress:​</a:t>
            </a:r>
            <a:br>
              <a:rPr lang="en-US" dirty="0"/>
            </a:br>
            <a:r>
              <a:rPr lang="en-US" dirty="0"/>
              <a:t>- Created GitHub repository and organized project files​</a:t>
            </a:r>
            <a:br>
              <a:rPr lang="en-US" dirty="0"/>
            </a:br>
            <a:r>
              <a:rPr lang="en-US" dirty="0"/>
              <a:t>- Wrote base code for habit logging​</a:t>
            </a:r>
            <a:br>
              <a:rPr lang="en-US" dirty="0"/>
            </a:br>
            <a:r>
              <a:rPr lang="en-US" dirty="0"/>
              <a:t>- Added CSV setup for tracking daily check-ins​</a:t>
            </a:r>
            <a:br>
              <a:rPr lang="en-US" dirty="0"/>
            </a:br>
            <a:r>
              <a:rPr lang="en-US" dirty="0"/>
              <a:t>​</a:t>
            </a:r>
            <a:br>
              <a:rPr lang="en-US" dirty="0"/>
            </a:br>
            <a:r>
              <a:rPr lang="en-US" b="1" dirty="0"/>
              <a:t>Next Steps:​</a:t>
            </a:r>
            <a:br>
              <a:rPr lang="en-US" dirty="0"/>
            </a:br>
            <a:r>
              <a:rPr lang="en-US" dirty="0"/>
              <a:t>- Test and debug the Python script​</a:t>
            </a:r>
            <a:br>
              <a:rPr lang="en-US" dirty="0"/>
            </a:br>
            <a:r>
              <a:rPr lang="en-US" dirty="0"/>
              <a:t>- Add random daily affirmation messages</a:t>
            </a:r>
            <a:endParaRPr lang="en-US" dirty="0"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BA877E-4299-288C-E624-AD48753BA82C}"/>
              </a:ext>
            </a:extLst>
          </p:cNvPr>
          <p:cNvSpPr txBox="1"/>
          <p:nvPr/>
        </p:nvSpPr>
        <p:spPr>
          <a:xfrm>
            <a:off x="128487" y="1232004"/>
            <a:ext cx="4572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Calibri"/>
              </a:rPr>
              <a:t>Team Member:</a:t>
            </a:r>
            <a:r>
              <a:rPr lang="en-US" sz="1800" dirty="0">
                <a:latin typeface="Calibri"/>
              </a:rPr>
              <a:t> Abigail Henderson​</a:t>
            </a:r>
            <a:r>
              <a:rPr sz="1800" dirty="0">
                <a:latin typeface="Calibri"/>
                <a:ea typeface="Calibri"/>
                <a:cs typeface="Calibri"/>
              </a:rPr>
              <a:t>​</a:t>
            </a:r>
            <a:endParaRPr lang="en-US" dirty="0">
              <a:latin typeface="Calibri"/>
              <a:ea typeface="Calibri"/>
              <a:cs typeface="Calibri"/>
            </a:endParaRPr>
          </a:p>
          <a:p>
            <a:endParaRPr lang="en-US" b="1" dirty="0">
              <a:latin typeface="Calibri"/>
            </a:endParaRPr>
          </a:p>
          <a:p>
            <a:r>
              <a:rPr lang="en-US" sz="1800" b="1" dirty="0">
                <a:latin typeface="Calibri"/>
              </a:rPr>
              <a:t>GitHub: </a:t>
            </a:r>
            <a:r>
              <a:rPr lang="en-US" dirty="0"/>
              <a:t>https://github.com/ksu-is/daily-affirmations​</a:t>
            </a:r>
          </a:p>
        </p:txBody>
      </p:sp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C1CA835-55F6-A560-5F07-086096B106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78" t="-231" r="778" b="63105"/>
          <a:stretch>
            <a:fillRect/>
          </a:stretch>
        </p:blipFill>
        <p:spPr>
          <a:xfrm>
            <a:off x="5067210" y="1520430"/>
            <a:ext cx="2532278" cy="2381447"/>
          </a:xfrm>
          <a:prstGeom prst="ellipse">
            <a:avLst/>
          </a:prstGeom>
          <a:ln w="63500" cap="rnd">
            <a:solidFill>
              <a:srgbClr val="00B0F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4" name="Thought Bubble: Cloud 13">
            <a:extLst>
              <a:ext uri="{FF2B5EF4-FFF2-40B4-BE49-F238E27FC236}">
                <a16:creationId xmlns:a16="http://schemas.microsoft.com/office/drawing/2014/main" id="{D13C50A4-EB14-5279-435A-E74199B68D9C}"/>
              </a:ext>
            </a:extLst>
          </p:cNvPr>
          <p:cNvSpPr/>
          <p:nvPr/>
        </p:nvSpPr>
        <p:spPr>
          <a:xfrm>
            <a:off x="5274863" y="363886"/>
            <a:ext cx="3452875" cy="723791"/>
          </a:xfrm>
          <a:prstGeom prst="roundRect">
            <a:avLst/>
          </a:prstGeom>
          <a:solidFill>
            <a:srgbClr val="F1E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8BADE"/>
                </a:solidFill>
              </a:rPr>
              <a:t>A simple way to stay </a:t>
            </a:r>
            <a:r>
              <a:rPr lang="en-US">
                <a:solidFill>
                  <a:srgbClr val="28BADE"/>
                </a:solidFill>
              </a:rPr>
              <a:t>consistent &amp; positive —</a:t>
            </a:r>
            <a:endParaRPr lang="en-US" dirty="0">
              <a:solidFill>
                <a:srgbClr val="28BADE"/>
              </a:solidFill>
            </a:endParaRPr>
          </a:p>
          <a:p>
            <a:pPr algn="ctr"/>
            <a:r>
              <a:rPr lang="en-US" dirty="0">
                <a:solidFill>
                  <a:srgbClr val="28BADE"/>
                </a:solidFill>
              </a:rPr>
              <a:t> One daily habit at a time.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82E78-1137-D40C-F93C-D1433BA8A17D}"/>
              </a:ext>
            </a:extLst>
          </p:cNvPr>
          <p:cNvSpPr txBox="1"/>
          <p:nvPr/>
        </p:nvSpPr>
        <p:spPr>
          <a:xfrm>
            <a:off x="131547" y="216417"/>
            <a:ext cx="4569828" cy="817245"/>
          </a:xfrm>
          <a:prstGeom prst="wedgeRoundRectCallout">
            <a:avLst/>
          </a:prstGeom>
          <a:solidFill>
            <a:srgbClr val="D1BBF5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28BADE"/>
                </a:solidFill>
                <a:latin typeface="ADLaM Display"/>
                <a:ea typeface="ADLaM Display"/>
                <a:cs typeface="ADLaM Display"/>
              </a:rPr>
              <a:t>Daily Affirmations  </a:t>
            </a:r>
            <a:endParaRPr lang="en-US"/>
          </a:p>
          <a:p>
            <a:pPr algn="ctr"/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2246265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212</cp:revision>
  <dcterms:created xsi:type="dcterms:W3CDTF">2013-01-27T09:14:16Z</dcterms:created>
  <dcterms:modified xsi:type="dcterms:W3CDTF">2025-12-02T02:04:28Z</dcterms:modified>
  <cp:category/>
</cp:coreProperties>
</file>